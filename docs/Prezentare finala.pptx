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8274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93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776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0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3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1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3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5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3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6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2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D80D13E-99B3-4EBB-AF98-31A7662A9B3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179165A-884A-4989-99DE-47EA51CD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88E5-0799-6025-F3E8-92D6191709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Quantization-of-AI-Models-on-FPGA</a:t>
            </a:r>
            <a:br>
              <a:rPr lang="en-US" dirty="0"/>
            </a:br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performanta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A5D28-04BC-5DD5-F967-CFBEB55B2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dirty="0" err="1"/>
              <a:t>Nume</a:t>
            </a:r>
            <a:r>
              <a:rPr lang="en-US" dirty="0"/>
              <a:t>:</a:t>
            </a:r>
          </a:p>
          <a:p>
            <a:pPr algn="l"/>
            <a:r>
              <a:rPr lang="en-US" dirty="0" err="1"/>
              <a:t>Corha</a:t>
            </a:r>
            <a:r>
              <a:rPr lang="en-US" dirty="0"/>
              <a:t> Maria</a:t>
            </a:r>
          </a:p>
          <a:p>
            <a:pPr algn="l"/>
            <a:r>
              <a:rPr lang="en-US" dirty="0" err="1"/>
              <a:t>Bucevschi</a:t>
            </a:r>
            <a:r>
              <a:rPr lang="en-US" dirty="0"/>
              <a:t> Vlad-Eusebiu</a:t>
            </a:r>
          </a:p>
          <a:p>
            <a:pPr algn="l"/>
            <a:r>
              <a:rPr lang="en-US" dirty="0"/>
              <a:t>Popa Alexandru Stefan						Grupa:332AB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4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F260-7F3C-018E-E9E4-0D1058B5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Obiectiv</a:t>
            </a:r>
            <a:r>
              <a:rPr lang="es-ES" dirty="0"/>
              <a:t> si plan de evaluare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71FF3-2EDD-F135-50D5-14EA76B54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Scop: </a:t>
            </a:r>
            <a:r>
              <a:rPr lang="en-US" dirty="0" err="1"/>
              <a:t>Sinteza</a:t>
            </a:r>
            <a:r>
              <a:rPr lang="en-US" dirty="0"/>
              <a:t> + </a:t>
            </a:r>
            <a:r>
              <a:rPr lang="en-US" dirty="0" err="1"/>
              <a:t>Implentarea</a:t>
            </a:r>
            <a:r>
              <a:rPr lang="en-US" dirty="0"/>
              <a:t> + </a:t>
            </a:r>
            <a:r>
              <a:rPr lang="en-US" dirty="0" err="1"/>
              <a:t>Evaluarea</a:t>
            </a:r>
            <a:endParaRPr lang="en-US" dirty="0"/>
          </a:p>
          <a:p>
            <a:r>
              <a:rPr lang="en-US" dirty="0" err="1"/>
              <a:t>Matrici</a:t>
            </a:r>
            <a:r>
              <a:rPr lang="en-US" dirty="0"/>
              <a:t>: LUT/ FF/ BRAM/ DSP, Fmax, </a:t>
            </a:r>
            <a:r>
              <a:rPr lang="en-US" dirty="0" err="1"/>
              <a:t>altenta</a:t>
            </a:r>
            <a:r>
              <a:rPr lang="en-US" dirty="0"/>
              <a:t>, </a:t>
            </a:r>
            <a:r>
              <a:rPr lang="en-US" dirty="0" err="1"/>
              <a:t>throughtput</a:t>
            </a:r>
            <a:r>
              <a:rPr lang="en-US" dirty="0"/>
              <a:t>, power</a:t>
            </a:r>
          </a:p>
          <a:p>
            <a:r>
              <a:rPr lang="en-US" dirty="0" err="1"/>
              <a:t>Comparatie</a:t>
            </a:r>
            <a:r>
              <a:rPr lang="en-US" dirty="0"/>
              <a:t> CPU </a:t>
            </a:r>
            <a:r>
              <a:rPr lang="en-US" dirty="0" err="1"/>
              <a:t>si</a:t>
            </a:r>
            <a:r>
              <a:rPr lang="en-US" dirty="0"/>
              <a:t> GPU( </a:t>
            </a:r>
            <a:r>
              <a:rPr lang="en-US" dirty="0" err="1"/>
              <a:t>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9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81EF-FD83-19A4-4E38-67A47F88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0960-7CB7-2F11-3399-8230845FA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Device: xc7a35tcpg236-1 (Artix-7)</a:t>
            </a:r>
          </a:p>
          <a:p>
            <a:r>
              <a:rPr lang="en-US" dirty="0"/>
              <a:t>Top: </a:t>
            </a:r>
            <a:r>
              <a:rPr lang="en-US" dirty="0" err="1"/>
              <a:t>qnn_fpga_wrapper</a:t>
            </a:r>
            <a:r>
              <a:rPr lang="en-US" dirty="0"/>
              <a:t> (I/O </a:t>
            </a:r>
            <a:r>
              <a:rPr lang="en-US" dirty="0" err="1"/>
              <a:t>redus</a:t>
            </a:r>
            <a:r>
              <a:rPr lang="en-US" dirty="0"/>
              <a:t>)</a:t>
            </a:r>
          </a:p>
          <a:p>
            <a:r>
              <a:rPr lang="en-US" dirty="0"/>
              <a:t>Tool-</a:t>
            </a:r>
            <a:r>
              <a:rPr lang="en-US" dirty="0" err="1"/>
              <a:t>uri</a:t>
            </a:r>
            <a:r>
              <a:rPr lang="en-US" dirty="0"/>
              <a:t>: </a:t>
            </a:r>
            <a:r>
              <a:rPr lang="en-US" dirty="0" err="1"/>
              <a:t>Vivado</a:t>
            </a:r>
            <a:r>
              <a:rPr lang="en-US" dirty="0"/>
              <a:t> + </a:t>
            </a:r>
            <a:r>
              <a:rPr lang="en-US" dirty="0" err="1"/>
              <a:t>Verilator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24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395A-4C25-DE85-E439-1661D561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resurselor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1E6C-35F1-C1C8-5855-3C13E7E1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LUT 61, FF 78, BRAM 0, DSP 0</a:t>
            </a:r>
          </a:p>
        </p:txBody>
      </p:sp>
    </p:spTree>
    <p:extLst>
      <p:ext uri="{BB962C8B-B14F-4D97-AF65-F5344CB8AC3E}">
        <p14:creationId xmlns:p14="http://schemas.microsoft.com/office/powerpoint/2010/main" val="163649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912E-8A0B-F975-C15F-96462558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/ Fmax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B31AC-642E-2389-01A3-B90C753D6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WNS = 4.941 ns la 10 ns</a:t>
            </a:r>
          </a:p>
          <a:p>
            <a:r>
              <a:rPr lang="en-US" dirty="0"/>
              <a:t>Fmax estimate ≈ 198 MHz</a:t>
            </a:r>
          </a:p>
          <a:p>
            <a:r>
              <a:rPr lang="en-US" dirty="0"/>
              <a:t>Timing constraints met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6629-F4D9-F0D1-756B-19727FC5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Consum</a:t>
            </a:r>
            <a:r>
              <a:rPr lang="en-US" dirty="0"/>
              <a:t> de </a:t>
            </a:r>
            <a:r>
              <a:rPr lang="en-US" dirty="0" err="1"/>
              <a:t>putere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89F4B-E36B-0AE7-12D7-354E1FEED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0.071 W</a:t>
            </a:r>
          </a:p>
          <a:p>
            <a:r>
              <a:rPr lang="en-US" dirty="0"/>
              <a:t>Total 0.071 W</a:t>
            </a:r>
          </a:p>
          <a:p>
            <a:r>
              <a:rPr lang="en-US" dirty="0" err="1"/>
              <a:t>Vectorless</a:t>
            </a:r>
            <a:r>
              <a:rPr lang="en-US" dirty="0"/>
              <a:t> estimate (Medium)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465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1AD6-4AFE-F387-50EB-38F8DC5C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Latenta</a:t>
            </a:r>
            <a:r>
              <a:rPr lang="en-US" dirty="0"/>
              <a:t> &amp; Throughput (</a:t>
            </a:r>
            <a:r>
              <a:rPr lang="en-US" dirty="0" err="1"/>
              <a:t>Verilator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BE1D1-C2D4-DF55-B774-C91BE7A6E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Latenta</a:t>
            </a:r>
            <a:r>
              <a:rPr lang="en-US" dirty="0"/>
              <a:t> &amp; Throughput (</a:t>
            </a:r>
            <a:r>
              <a:rPr lang="en-US" dirty="0" err="1"/>
              <a:t>Verilator</a:t>
            </a:r>
            <a:r>
              <a:rPr lang="en-US" dirty="0"/>
              <a:t>)</a:t>
            </a:r>
          </a:p>
          <a:p>
            <a:r>
              <a:rPr lang="en-US" dirty="0"/>
              <a:t>~5.29 µs </a:t>
            </a:r>
            <a:r>
              <a:rPr lang="en-US" dirty="0" err="1"/>
              <a:t>latenta</a:t>
            </a:r>
            <a:endParaRPr lang="en-US" dirty="0"/>
          </a:p>
          <a:p>
            <a:r>
              <a:rPr lang="en-US" dirty="0"/>
              <a:t>~189k inf/s throughput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70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BDFC-831A-99EF-81DD-3CBA9336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software + </a:t>
            </a:r>
            <a:r>
              <a:rPr lang="en-US" dirty="0" err="1"/>
              <a:t>comparatie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70F43-79FB-CED5-8599-50E49D207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CPU: 9.379 µs, 106.6k inf/s</a:t>
            </a:r>
          </a:p>
          <a:p>
            <a:r>
              <a:rPr lang="en-US" dirty="0"/>
              <a:t>GPU: 52.456 µs, 19.1k inf/s</a:t>
            </a:r>
          </a:p>
          <a:p>
            <a:r>
              <a:rPr lang="en-US" dirty="0"/>
              <a:t>FPGA: 1.77× vs CPU, 9.92× vs GPU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56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0A1A-8CC7-6A3F-1934-44CDEF3C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C909-729F-3A2B-45B0-D6CB54621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Timing </a:t>
            </a:r>
            <a:r>
              <a:rPr lang="en-US" dirty="0" err="1"/>
              <a:t>inchis</a:t>
            </a:r>
            <a:r>
              <a:rPr lang="en-US" dirty="0"/>
              <a:t> (Fmax ≈ 198 MHz)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performanta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buna </a:t>
            </a:r>
            <a:r>
              <a:rPr lang="en-US" dirty="0" err="1"/>
              <a:t>decat</a:t>
            </a:r>
            <a:r>
              <a:rPr lang="en-US" dirty="0"/>
              <a:t> baseline-ul CPU/GPU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micro-benchmark.</a:t>
            </a:r>
          </a:p>
          <a:p>
            <a:r>
              <a:rPr lang="en-US" b="1" dirty="0"/>
              <a:t>Next steps:</a:t>
            </a:r>
            <a:r>
              <a:rPr lang="en-US" dirty="0"/>
              <a:t> test pe workload-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, </a:t>
            </a:r>
            <a:r>
              <a:rPr lang="en-US" dirty="0" err="1"/>
              <a:t>estimare</a:t>
            </a:r>
            <a:r>
              <a:rPr lang="en-US" dirty="0"/>
              <a:t> power cu </a:t>
            </a:r>
            <a:r>
              <a:rPr lang="en-US" dirty="0" err="1"/>
              <a:t>activitate</a:t>
            </a:r>
            <a:r>
              <a:rPr lang="en-US" dirty="0"/>
              <a:t> </a:t>
            </a:r>
            <a:r>
              <a:rPr lang="en-US" dirty="0" err="1"/>
              <a:t>reala</a:t>
            </a:r>
            <a:r>
              <a:rPr lang="en-US" dirty="0"/>
              <a:t> (SAIF/VCD), </a:t>
            </a:r>
            <a:r>
              <a:rPr lang="en-US" dirty="0" err="1"/>
              <a:t>integrare</a:t>
            </a:r>
            <a:r>
              <a:rPr lang="en-US" dirty="0"/>
              <a:t> completa date + weights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functionala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229829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</TotalTime>
  <Words>235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View</vt:lpstr>
      <vt:lpstr>Quantization-of-AI-Models-on-FPGA Sinteza si evaluare performanta</vt:lpstr>
      <vt:lpstr>Obiectiv si plan de evaluare</vt:lpstr>
      <vt:lpstr>Setup FPGA</vt:lpstr>
      <vt:lpstr>Utilizarea resurselor</vt:lpstr>
      <vt:lpstr>Timing / Fmax</vt:lpstr>
      <vt:lpstr>Consum de putere</vt:lpstr>
      <vt:lpstr>Latenta &amp; Throughput (Verilator)</vt:lpstr>
      <vt:lpstr>Baseline software + comparatie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Popa Alexandru</dc:creator>
  <cp:lastModifiedBy>Popa Alexandru</cp:lastModifiedBy>
  <cp:revision>1</cp:revision>
  <dcterms:created xsi:type="dcterms:W3CDTF">2026-01-13T20:23:51Z</dcterms:created>
  <dcterms:modified xsi:type="dcterms:W3CDTF">2026-01-13T20:33:59Z</dcterms:modified>
</cp:coreProperties>
</file>